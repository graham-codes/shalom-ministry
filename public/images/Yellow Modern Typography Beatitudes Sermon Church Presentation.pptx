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59978" cy="10287000"/>
          </a:xfrm>
          <a:custGeom>
            <a:avLst/>
            <a:gdLst/>
            <a:ahLst/>
            <a:cxnLst/>
            <a:rect r="r" b="b" t="t" l="l"/>
            <a:pathLst>
              <a:path h="10287000" w="18259978">
                <a:moveTo>
                  <a:pt x="0" y="0"/>
                </a:moveTo>
                <a:lnTo>
                  <a:pt x="18259978" y="0"/>
                </a:lnTo>
                <a:lnTo>
                  <a:pt x="182599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" r="0" b="-1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40155" y="533665"/>
            <a:ext cx="8709656" cy="3417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76"/>
              </a:lnSpc>
            </a:pPr>
            <a:r>
              <a:rPr lang="en-US" sz="19633" spc="2788">
                <a:solidFill>
                  <a:srgbClr val="FDE8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UNTA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266211" y="533665"/>
            <a:ext cx="18820422" cy="3417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76"/>
              </a:lnSpc>
            </a:pPr>
            <a:r>
              <a:rPr lang="en-US" sz="19633" spc="1629">
                <a:solidFill>
                  <a:srgbClr val="FDE8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          IN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8022" y="3579658"/>
            <a:ext cx="18288000" cy="288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44"/>
              </a:lnSpc>
            </a:pPr>
            <a:r>
              <a:rPr lang="en-US" sz="1653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MOVING FAITH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6724"/>
            <a:ext cx="18288000" cy="174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67"/>
              </a:lnSpc>
            </a:pPr>
            <a:r>
              <a:rPr lang="en-US" b="true" sz="10047">
                <a:solidFill>
                  <a:srgbClr val="FDE8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Faith, Hebrews 11:1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319442" y="3511597"/>
            <a:ext cx="18288000" cy="538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67"/>
              </a:lnSpc>
            </a:pPr>
            <a:r>
              <a:rPr lang="en-US" b="true" sz="100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substance of things hoped for, the evidence of things not seen</a:t>
            </a:r>
          </a:p>
        </p:txBody>
      </p:sp>
    </p:spTree>
  </p:cSld>
  <p:clrMapOvr>
    <a:masterClrMapping/>
  </p:clrMapOvr>
  <p:transition spd="slow">
    <p:circl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540" t="-23786" r="-4994" b="-3586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-10690"/>
            <a:ext cx="16110412" cy="2550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3"/>
              </a:lnSpc>
            </a:pPr>
            <a:r>
              <a:rPr lang="en-US" b="true" sz="1464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KINDS OF FAITH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322038"/>
            <a:ext cx="18288000" cy="5281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7"/>
              </a:lnSpc>
            </a:pPr>
            <a:r>
              <a:rPr lang="en-US" b="true" sz="73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1.Abraham-kind of faith/heart faith</a:t>
            </a:r>
          </a:p>
          <a:p>
            <a:pPr algn="ctr">
              <a:lnSpc>
                <a:spcPts val="10507"/>
              </a:lnSpc>
            </a:pPr>
            <a:r>
              <a:rPr lang="en-US" b="true" sz="73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(Romans 4:17-21)</a:t>
            </a:r>
          </a:p>
          <a:p>
            <a:pPr algn="ctr">
              <a:lnSpc>
                <a:spcPts val="10507"/>
              </a:lnSpc>
            </a:pPr>
          </a:p>
          <a:p>
            <a:pPr algn="ctr">
              <a:lnSpc>
                <a:spcPts val="10507"/>
              </a:lnSpc>
            </a:pPr>
            <a:r>
              <a:rPr lang="en-US" b="true" sz="73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-Spiritual Evidence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322038"/>
            <a:ext cx="18288000" cy="5281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7"/>
              </a:lnSpc>
            </a:pPr>
            <a:r>
              <a:rPr lang="en-US" sz="7347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2.Thomas-kind of Faith/ Head Faith</a:t>
            </a:r>
          </a:p>
          <a:p>
            <a:pPr algn="ctr">
              <a:lnSpc>
                <a:spcPts val="10507"/>
              </a:lnSpc>
            </a:pPr>
            <a:r>
              <a:rPr lang="en-US" sz="7347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(John 20:25-29)</a:t>
            </a:r>
          </a:p>
          <a:p>
            <a:pPr algn="ctr">
              <a:lnSpc>
                <a:spcPts val="10507"/>
              </a:lnSpc>
            </a:pPr>
          </a:p>
          <a:p>
            <a:pPr algn="ctr">
              <a:lnSpc>
                <a:spcPts val="10507"/>
              </a:lnSpc>
            </a:pPr>
            <a:r>
              <a:rPr lang="en-US" sz="7347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-Physical Evidence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6375" y="5980015"/>
            <a:ext cx="18288000" cy="361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sz="6747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2.Thomas-kind of Faith/ Head Faith</a:t>
            </a:r>
          </a:p>
          <a:p>
            <a:pPr algn="ctr">
              <a:lnSpc>
                <a:spcPts val="9649"/>
              </a:lnSpc>
            </a:pPr>
            <a:r>
              <a:rPr lang="en-US" sz="6747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(John 20:25-29)</a:t>
            </a:r>
          </a:p>
          <a:p>
            <a:pPr algn="ctr">
              <a:lnSpc>
                <a:spcPts val="9649"/>
              </a:lnSpc>
            </a:pPr>
            <a:r>
              <a:rPr lang="en-US" sz="6747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-Physical Evidence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3135"/>
            <a:ext cx="16110412" cy="160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23"/>
              </a:lnSpc>
            </a:pPr>
            <a:r>
              <a:rPr lang="en-US" b="true" sz="9247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KINDS OF FAITH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350" y="1662299"/>
            <a:ext cx="18288000" cy="361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9"/>
              </a:lnSpc>
            </a:pPr>
            <a:r>
              <a:rPr lang="en-US" b="true" sz="67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1.Abraham-kind of faith/heart faith</a:t>
            </a:r>
          </a:p>
          <a:p>
            <a:pPr algn="ctr">
              <a:lnSpc>
                <a:spcPts val="9649"/>
              </a:lnSpc>
            </a:pPr>
            <a:r>
              <a:rPr lang="en-US" b="true" sz="67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(Romans 4:17-21)</a:t>
            </a:r>
          </a:p>
          <a:p>
            <a:pPr algn="ctr">
              <a:lnSpc>
                <a:spcPts val="9649"/>
              </a:lnSpc>
            </a:pPr>
            <a:r>
              <a:rPr lang="en-US" b="true" sz="67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-Spiritual Evidence</a:t>
            </a:r>
          </a:p>
        </p:txBody>
      </p:sp>
    </p:spTree>
  </p:cSld>
  <p:clrMapOvr>
    <a:masterClrMapping/>
  </p:clrMapOvr>
  <p:transition spd="slow">
    <p:cover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8638" y="-351"/>
            <a:ext cx="16239418" cy="255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3"/>
              </a:lnSpc>
            </a:pPr>
            <a:r>
              <a:rPr lang="en-US" b="true" sz="14645">
                <a:solidFill>
                  <a:srgbClr val="FDE8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LEVELS OF FAITH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8638" y="4819650"/>
            <a:ext cx="16239418" cy="521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3"/>
              </a:lnSpc>
            </a:pPr>
            <a:r>
              <a:rPr lang="en-US" sz="1464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1.Weak Faith</a:t>
            </a:r>
          </a:p>
          <a:p>
            <a:pPr algn="ctr">
              <a:lnSpc>
                <a:spcPts val="20943"/>
              </a:lnSpc>
            </a:pPr>
            <a:r>
              <a:rPr lang="en-US" sz="1464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Matthew 8:26</a:t>
            </a:r>
          </a:p>
        </p:txBody>
      </p:sp>
    </p:spTree>
  </p:cSld>
  <p:clrMapOvr>
    <a:masterClrMapping/>
  </p:clrMapOvr>
  <p:transition spd="slow">
    <p:cover dir="r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5038" y="2666498"/>
            <a:ext cx="16239418" cy="521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3"/>
              </a:lnSpc>
            </a:pPr>
            <a:r>
              <a:rPr lang="en-US" sz="1464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2.Weak Faith</a:t>
            </a:r>
          </a:p>
          <a:p>
            <a:pPr algn="ctr">
              <a:lnSpc>
                <a:spcPts val="20943"/>
              </a:lnSpc>
            </a:pPr>
            <a:r>
              <a:rPr lang="en-US" sz="1464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Matt 14:28-30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5038" y="1123950"/>
            <a:ext cx="16239418" cy="521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43"/>
              </a:lnSpc>
            </a:pPr>
            <a:r>
              <a:rPr lang="en-US" sz="1464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3.Strong Faith</a:t>
            </a:r>
          </a:p>
          <a:p>
            <a:pPr algn="ctr">
              <a:lnSpc>
                <a:spcPts val="20943"/>
              </a:lnSpc>
            </a:pPr>
            <a:r>
              <a:rPr lang="en-US" sz="1464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Matt 8:5-13</a:t>
            </a:r>
          </a:p>
        </p:txBody>
      </p:sp>
    </p:spTree>
  </p:cSld>
  <p:clrMapOvr>
    <a:masterClrMapping/>
  </p:clrMapOvr>
  <p:transition spd="slow">
    <p:circl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9882" y="2400354"/>
            <a:ext cx="16239418" cy="14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8"/>
              </a:lnSpc>
            </a:pPr>
            <a:r>
              <a:rPr lang="en-US" sz="809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Strong Faith(Matt 8:5-13)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69931" y="-72497"/>
            <a:ext cx="12433323" cy="195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4"/>
              </a:lnSpc>
            </a:pPr>
            <a:r>
              <a:rPr lang="en-US" b="true" sz="11213">
                <a:solidFill>
                  <a:srgbClr val="FDE8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LEVELS OF FAITH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57332" y="8030886"/>
            <a:ext cx="11874398" cy="1411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2"/>
              </a:lnSpc>
            </a:pPr>
            <a:r>
              <a:rPr lang="en-US" sz="8092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Little Faith(Matt 8:26)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4238" y="5215620"/>
            <a:ext cx="16239418" cy="141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68"/>
              </a:lnSpc>
            </a:pPr>
            <a:r>
              <a:rPr lang="en-US" sz="809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Weak Faith(Matt 14:28-30)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6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5724" y="688046"/>
            <a:ext cx="13136552" cy="967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2"/>
              </a:lnSpc>
            </a:pPr>
            <a:r>
              <a:rPr lang="en-US" b="true" sz="8393" u="sng">
                <a:solidFill>
                  <a:srgbClr val="FDE8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IMPORTANCE OF FAITH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650" y="3112267"/>
            <a:ext cx="16239418" cy="108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4"/>
              </a:lnSpc>
            </a:pPr>
            <a:r>
              <a:rPr lang="en-US" sz="629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2.Key To answered prayers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025" y="4769913"/>
            <a:ext cx="16239418" cy="108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4"/>
              </a:lnSpc>
            </a:pPr>
            <a:r>
              <a:rPr lang="en-US" sz="629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3.Key to moving mountains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7650" y="6427560"/>
            <a:ext cx="18288000" cy="221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4"/>
              </a:lnSpc>
            </a:pPr>
            <a:r>
              <a:rPr lang="en-US" sz="629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4.Only way to have a solid relationship with God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1950" y="1531279"/>
            <a:ext cx="16239418" cy="108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4"/>
              </a:lnSpc>
            </a:pPr>
            <a:r>
              <a:rPr lang="en-US" sz="629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1.The currency of Faith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025" y="8981319"/>
            <a:ext cx="13514502" cy="108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4"/>
              </a:lnSpc>
            </a:pPr>
            <a:r>
              <a:rPr lang="en-US" sz="629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5.The essence of a Christian life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255" t="-9333" r="0" b="-9863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9911"/>
            <a:ext cx="18288000" cy="321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1"/>
              </a:lnSpc>
              <a:spcBef>
                <a:spcPct val="0"/>
              </a:spcBef>
            </a:pPr>
            <a:r>
              <a:rPr lang="en-US" b="true" sz="11300">
                <a:solidFill>
                  <a:srgbClr val="FDE800"/>
                </a:solidFill>
                <a:latin typeface="Poppins Bold"/>
                <a:ea typeface="Poppins Bold"/>
                <a:cs typeface="Poppins Bold"/>
                <a:sym typeface="Poppins Bold"/>
              </a:rPr>
              <a:t>HOW DOES FAITH COME?(ROMANS 10:17)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7950" y="3948007"/>
            <a:ext cx="17618050" cy="335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58050" indent="-679025" lvl="1">
              <a:lnSpc>
                <a:spcPts val="8994"/>
              </a:lnSpc>
              <a:buFont typeface="Arial"/>
              <a:buChar char="•"/>
            </a:pPr>
            <a:r>
              <a:rPr lang="en-US" b="true" sz="629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Faith comes from the word of God and grows when we read and meditate the word of God</a:t>
            </a:r>
          </a:p>
        </p:txBody>
      </p:sp>
    </p:spTree>
  </p:cSld>
  <p:clrMapOvr>
    <a:masterClrMapping/>
  </p:clrMapOvr>
  <p:transition spd="slow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DAHS1zcxjM0</dc:identifier>
  <dcterms:modified xsi:type="dcterms:W3CDTF">2011-08-01T06:04:30Z</dcterms:modified>
  <cp:revision>1</cp:revision>
  <dc:title>Yellow Modern Typography Beatitudes Sermon Church Presentation</dc:title>
</cp:coreProperties>
</file>